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Jun 5, 2026, 01_39_2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Jun 5, 2026, 01_45_26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Jun 5, 2026, 01_45_2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Jun 5, 2026, 01_45_30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Jun 5, 2026, 01_45_3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